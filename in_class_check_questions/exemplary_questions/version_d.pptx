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 Medium"/>
      <p:regular r:id="rId12"/>
      <p:bold r:id="rId13"/>
      <p:italic r:id="rId14"/>
      <p:boldItalic r:id="rId15"/>
    </p:embeddedFon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Medium-bold.fntdata"/><Relationship Id="rId12" Type="http://schemas.openxmlformats.org/officeDocument/2006/relationships/font" Target="fonts/RobotoMon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Medium-boldItalic.fntdata"/><Relationship Id="rId14" Type="http://schemas.openxmlformats.org/officeDocument/2006/relationships/font" Target="fonts/RobotoMonoMedium-italic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://www.youtube.com/watch?v=zN2iHbFFcE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://www.youtube.com/watch?v=zN2iHbFFcE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://www.youtube.com/watch?v=zN2iHbFFcE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://www.youtube.com/watch?v=zN2iHbFFcE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Week 4 Quiz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CMCE 10002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Semester 1, 2026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517975" y="4354450"/>
            <a:ext cx="16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69425" y="4135250"/>
            <a:ext cx="6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analyst wants to add a title and axis labels to a plot.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function should they use?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aes()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64" name="Google Shape;64;p14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65" name="Google Shape;65;p14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A student runs the code below: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aes(x = price)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+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	geom_histogram(bins = 50) +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	facet_wrap(~ type)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What is the main purpose of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facet_wrap(~ type)</a:t>
            </a:r>
            <a:r>
              <a:rPr lang="en" sz="5500">
                <a:solidFill>
                  <a:schemeClr val="dk1"/>
                </a:solidFill>
              </a:rPr>
              <a:t> in this plot?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A. It colors the bars by dwelling type.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B. It changes the x-axis from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5500">
                <a:solidFill>
                  <a:schemeClr val="dk1"/>
                </a:solidFill>
              </a:rPr>
              <a:t> to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5500">
                <a:solidFill>
                  <a:schemeClr val="dk1"/>
                </a:solidFill>
              </a:rPr>
              <a:t>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C. It makes the histogram use percentages instead of counts.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D. It creates a separate histogram for each dwelling type.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6845825" y="4266775"/>
            <a:ext cx="23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3" name="Google Shape;73;p15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4" name="Google Shape;74;p15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Consider the code below: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ggplot(housing, 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aes(x = regionname)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) +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geom_bar() +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labs(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x = "Region",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y = "Count",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title = "Number of Listings by Region"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)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Which statement best describes the role of the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5500">
                <a:solidFill>
                  <a:schemeClr val="dk1"/>
                </a:solidFill>
              </a:rPr>
              <a:t> operator in this code?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A. It adds new layers or components to the plot step by step.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B. It changes the x-axis variable from numeric to categorical.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C. It repeats the same plot for each value of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regionname</a:t>
            </a:r>
            <a:r>
              <a:rPr lang="en" sz="5500">
                <a:solidFill>
                  <a:schemeClr val="dk1"/>
                </a:solidFill>
              </a:rPr>
              <a:t>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D. It combines two variables before plotting.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1" name="Google Shape;81;p16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2" name="Google Shape;82;p16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student wants to create a scatterplot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chemeClr val="dk1"/>
                </a:solidFill>
              </a:rPr>
              <a:t> against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>
                <a:solidFill>
                  <a:schemeClr val="dk1"/>
                </a:solidFill>
              </a:rPr>
              <a:t>. They write: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aes(x = distance, y = price)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) +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geom_scatter(alpha = 0.05)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is the main problem with this code?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Scatterplots cannot use an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</a:t>
            </a:r>
            <a:r>
              <a:rPr lang="en">
                <a:solidFill>
                  <a:schemeClr val="dk1"/>
                </a:solidFill>
              </a:rPr>
              <a:t> argument.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chemeClr val="dk1"/>
                </a:solidFill>
              </a:rPr>
              <a:t> should be placed inside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labs()</a:t>
            </a:r>
            <a:r>
              <a:rPr lang="en">
                <a:solidFill>
                  <a:schemeClr val="dk1"/>
                </a:solidFill>
              </a:rPr>
              <a:t> instead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aes()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geom_scatter()</a:t>
            </a:r>
            <a:r>
              <a:rPr lang="en">
                <a:solidFill>
                  <a:schemeClr val="dk1"/>
                </a:solidFill>
              </a:rPr>
              <a:t> is not a valid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r>
              <a:rPr lang="en">
                <a:solidFill>
                  <a:schemeClr val="dk1"/>
                </a:solidFill>
              </a:rPr>
              <a:t> function for drawing points.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D. A scatterplot with many observations should use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r>
              <a:rPr lang="en">
                <a:solidFill>
                  <a:schemeClr val="dk1"/>
                </a:solidFill>
              </a:rPr>
              <a:t> instead.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9" name="Google Shape;89;p17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90" name="Google Shape;90;p17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5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Consider the code below: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regionname)) +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geom_bar() +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labs(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   x = "Region",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   y = "Count",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   title = "Number of Listings by Region"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Which of the following statements are correct? </a:t>
            </a:r>
            <a:r>
              <a:rPr b="1" lang="en" sz="1300">
                <a:solidFill>
                  <a:schemeClr val="dk1"/>
                </a:solidFill>
              </a:rPr>
              <a:t>Select all that apply.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regionname))</a:t>
            </a:r>
            <a:r>
              <a:rPr lang="en" sz="1300">
                <a:solidFill>
                  <a:schemeClr val="dk1"/>
                </a:solidFill>
              </a:rPr>
              <a:t> sets the dataset and maps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regionname</a:t>
            </a:r>
            <a:r>
              <a:rPr lang="en" sz="1300">
                <a:solidFill>
                  <a:schemeClr val="dk1"/>
                </a:solidFill>
              </a:rPr>
              <a:t> to the x-axis.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B.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r>
              <a:rPr lang="en" sz="1300">
                <a:solidFill>
                  <a:schemeClr val="dk1"/>
                </a:solidFill>
              </a:rPr>
              <a:t> draws bars showing the count in each category of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regionname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C.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labs(...)</a:t>
            </a:r>
            <a:r>
              <a:rPr lang="en" sz="1300">
                <a:solidFill>
                  <a:schemeClr val="dk1"/>
                </a:solidFill>
              </a:rPr>
              <a:t> changes the labels shown on the plot.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D. 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300">
                <a:solidFill>
                  <a:schemeClr val="dk1"/>
                </a:solidFill>
              </a:rPr>
              <a:t> operator adds new layers or components to the plot.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E.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labs(...)</a:t>
            </a:r>
            <a:r>
              <a:rPr lang="en" sz="1300">
                <a:solidFill>
                  <a:schemeClr val="dk1"/>
                </a:solidFill>
              </a:rPr>
              <a:t> determines how many bars are shown in the plot.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97" name="Google Shape;97;p18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