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oboto Mono Medium"/>
      <p:regular r:id="rId12"/>
      <p:bold r:id="rId13"/>
      <p:italic r:id="rId14"/>
      <p:boldItalic r:id="rId15"/>
    </p:embeddedFont>
    <p:embeddedFont>
      <p:font typeface="Roboto Mon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MonoMedium-bold.fntdata"/><Relationship Id="rId12" Type="http://schemas.openxmlformats.org/officeDocument/2006/relationships/font" Target="fonts/RobotoMonoMedium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MonoMedium-boldItalic.fntdata"/><Relationship Id="rId14" Type="http://schemas.openxmlformats.org/officeDocument/2006/relationships/font" Target="fonts/RobotoMonoMedium-italic.fntdata"/><Relationship Id="rId17" Type="http://schemas.openxmlformats.org/officeDocument/2006/relationships/font" Target="fonts/RobotoMono-bold.fntdata"/><Relationship Id="rId16" Type="http://schemas.openxmlformats.org/officeDocument/2006/relationships/font" Target="fonts/RobotoMon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Mono-boldItalic.fntdata"/><Relationship Id="rId6" Type="http://schemas.openxmlformats.org/officeDocument/2006/relationships/slide" Target="slides/slide1.xml"/><Relationship Id="rId18" Type="http://schemas.openxmlformats.org/officeDocument/2006/relationships/font" Target="fonts/RobotoMon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www.youtube.com/watch?v=zN2iHbFFcE8" TargetMode="External"/><Relationship Id="rId4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www.youtube.com/watch?v=zN2iHbFFcE8" TargetMode="External"/><Relationship Id="rId4" Type="http://schemas.openxmlformats.org/officeDocument/2006/relationships/image" Target="../media/image2.jpg"/><Relationship Id="rId5" Type="http://schemas.openxmlformats.org/officeDocument/2006/relationships/hyperlink" Target="http://www.youtube.com/watch?v=zN2iHbFFcE8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www.youtube.com/watch?v=zN2iHbFFcE8" TargetMode="External"/><Relationship Id="rId4" Type="http://schemas.openxmlformats.org/officeDocument/2006/relationships/image" Target="../media/image2.jpg"/><Relationship Id="rId5" Type="http://schemas.openxmlformats.org/officeDocument/2006/relationships/hyperlink" Target="http://www.youtube.com/watch?v=zN2iHbFFcE8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www.youtube.com/watch?v=zN2iHbFFcE8" TargetMode="External"/><Relationship Id="rId4" Type="http://schemas.openxmlformats.org/officeDocument/2006/relationships/image" Target="../media/image2.jpg"/><Relationship Id="rId5" Type="http://schemas.openxmlformats.org/officeDocument/2006/relationships/hyperlink" Target="http://www.youtube.com/watch?v=zN2iHbFFcE8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www.youtube.com/watch?v=zN2iHbFFcE8" TargetMode="Externa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Week 4 Quiz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en"/>
              <a:t>CMCE 10002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en"/>
              <a:t>Semester 1, 2026</a:t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7517975" y="4354450"/>
            <a:ext cx="164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869425" y="4135250"/>
            <a:ext cx="6926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1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Question 1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8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5500">
                <a:solidFill>
                  <a:schemeClr val="dk1"/>
                </a:solidFill>
              </a:rPr>
              <a:t>Consider the code below:</a:t>
            </a:r>
            <a:endParaRPr sz="5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55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ggplot(housing, </a:t>
            </a:r>
            <a:endParaRPr sz="5500">
              <a:solidFill>
                <a:schemeClr val="dk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55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aes(x = regionname)</a:t>
            </a:r>
            <a:endParaRPr sz="5500">
              <a:solidFill>
                <a:schemeClr val="dk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55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) +</a:t>
            </a:r>
            <a:endParaRPr sz="5500">
              <a:solidFill>
                <a:schemeClr val="dk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55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geom_bar() +</a:t>
            </a:r>
            <a:endParaRPr sz="5500">
              <a:solidFill>
                <a:schemeClr val="dk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55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labs(</a:t>
            </a:r>
            <a:endParaRPr sz="5500">
              <a:solidFill>
                <a:schemeClr val="dk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55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x = "Region",</a:t>
            </a:r>
            <a:endParaRPr sz="5500">
              <a:solidFill>
                <a:schemeClr val="dk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55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  		y = "Count",</a:t>
            </a:r>
            <a:endParaRPr sz="5500">
              <a:solidFill>
                <a:schemeClr val="dk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55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  		title = "Number of Listings by Region"</a:t>
            </a:r>
            <a:endParaRPr sz="5500">
              <a:solidFill>
                <a:schemeClr val="dk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55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)</a:t>
            </a:r>
            <a:endParaRPr sz="5500">
              <a:solidFill>
                <a:schemeClr val="dk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5500">
                <a:solidFill>
                  <a:schemeClr val="dk1"/>
                </a:solidFill>
              </a:rPr>
              <a:t>Which statement best describes the role of the </a:t>
            </a:r>
            <a:r>
              <a:rPr lang="en" sz="5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+</a:t>
            </a:r>
            <a:r>
              <a:rPr lang="en" sz="5500">
                <a:solidFill>
                  <a:schemeClr val="dk1"/>
                </a:solidFill>
              </a:rPr>
              <a:t> operator in this code?</a:t>
            </a:r>
            <a:endParaRPr sz="5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5500">
                <a:solidFill>
                  <a:schemeClr val="dk1"/>
                </a:solidFill>
              </a:rPr>
              <a:t>A. It adds new layers or components to the plot step by step.</a:t>
            </a:r>
            <a:br>
              <a:rPr lang="en" sz="5500">
                <a:solidFill>
                  <a:schemeClr val="dk1"/>
                </a:solidFill>
              </a:rPr>
            </a:br>
            <a:r>
              <a:rPr lang="en" sz="5500">
                <a:solidFill>
                  <a:schemeClr val="dk1"/>
                </a:solidFill>
              </a:rPr>
              <a:t>B. It changes the x-axis variable from numeric to categorical.</a:t>
            </a:r>
            <a:br>
              <a:rPr lang="en" sz="5500">
                <a:solidFill>
                  <a:schemeClr val="dk1"/>
                </a:solidFill>
              </a:rPr>
            </a:br>
            <a:r>
              <a:rPr lang="en" sz="5500">
                <a:solidFill>
                  <a:schemeClr val="dk1"/>
                </a:solidFill>
              </a:rPr>
              <a:t>C. It repeats the same plot for each value of </a:t>
            </a:r>
            <a:r>
              <a:rPr lang="en" sz="5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regionname</a:t>
            </a:r>
            <a:r>
              <a:rPr lang="en" sz="5500">
                <a:solidFill>
                  <a:schemeClr val="dk1"/>
                </a:solidFill>
              </a:rPr>
              <a:t>.</a:t>
            </a:r>
            <a:br>
              <a:rPr lang="en" sz="5500">
                <a:solidFill>
                  <a:schemeClr val="dk1"/>
                </a:solidFill>
              </a:rPr>
            </a:br>
            <a:r>
              <a:rPr lang="en" sz="5500">
                <a:solidFill>
                  <a:schemeClr val="dk1"/>
                </a:solidFill>
              </a:rPr>
              <a:t>D. It combines two variables before plotting.</a:t>
            </a:r>
            <a:endParaRPr sz="5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25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25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125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descr="#timer #timercountdown #countdown &#10;Full HD / 1080p / 1920 x 1080 / Silent Countdown Timer for you to use as you wish!!!&#10;If you liked it, leave your like and subscribe, I will be very grateful :D&#10;&#10;&quot;We are in this life just passing through, enjoy it, don't waste time!&quot;&#10;&#10;Playlist Alarm Timer Beeps at End - https://www.youtube.com/playlist?list=PL2_3gwZjo3QRwuo7kG2QVINseiqnk6b5W&#10;&#10;Playlist Second Countdown Without Sound -  https://www.youtube.com/playlist?list=PL2_3gwZjo3QQ3aWPCegu35JGD7VLXmjgl&#10;&#10;Playlist Minute Countdown Without Sound - https://www.youtube.com/playlist?list=PL2_3gwZjo3QQbGh1NLqSxejTzgshTI-xw" id="64" name="Google Shape;64;p14" title="90 Second Countdown Timer / NO SOUND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96575" y="3959900"/>
            <a:ext cx="1835725" cy="103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Question 2</a:t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Which line of code is responsible for drawing the bars in a bar plot?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A.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aes(x = regionname)</a:t>
            </a:r>
            <a:b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>
                <a:solidFill>
                  <a:schemeClr val="dk1"/>
                </a:solidFill>
              </a:rPr>
              <a:t>B.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labs(x = "Region", y = "Count")</a:t>
            </a:r>
            <a:b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>
                <a:solidFill>
                  <a:schemeClr val="dk1"/>
                </a:solidFill>
              </a:rPr>
              <a:t>C.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geom_bar()</a:t>
            </a:r>
            <a:b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>
                <a:solidFill>
                  <a:schemeClr val="dk1"/>
                </a:solidFill>
              </a:rPr>
              <a:t>D.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ggplot(housing, aes(x = regionname))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6845825" y="4266775"/>
            <a:ext cx="231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#timer #timercountdown #countdown &#10;Full HD / 1080p / 1920 x 1080 / Silent Countdown Timer for you to use as you wish!!!&#10;If you liked it, leave your like and subscribe, I will be very grateful :D&#10;&#10;&quot;We are in this life just passing through, enjoy it, don't waste time!&quot;&#10;&#10;Playlist Alarm Timer Beeps at End - https://www.youtube.com/playlist?list=PL2_3gwZjo3QRwuo7kG2QVINseiqnk6b5W&#10;&#10;Playlist Second Countdown Without Sound -  https://www.youtube.com/playlist?list=PL2_3gwZjo3QQ3aWPCegu35JGD7VLXmjgl&#10;&#10;Playlist Minute Countdown Without Sound - https://www.youtube.com/playlist?list=PL2_3gwZjo3QQbGh1NLqSxejTzgshTI-xw" id="72" name="Google Shape;72;p15" title="90 Second Countdown Timer / NO SOUND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96575" y="3959900"/>
            <a:ext cx="1835725" cy="1032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#timer #timercountdown #countdown &#10;Full HD / 1080p / 1920 x 1080 / Silent Countdown Timer for you to use as you wish!!!&#10;If you liked it, leave your like and subscribe, I will be very grateful :D&#10;&#10;&quot;We are in this life just passing through, enjoy it, don't waste time!&quot;&#10;&#10;Playlist Alarm Timer Beeps at End - https://www.youtube.com/playlist?list=PL2_3gwZjo3QRwuo7kG2QVINseiqnk6b5W&#10;&#10;Playlist Second Countdown Without Sound -  https://www.youtube.com/playlist?list=PL2_3gwZjo3QQ3aWPCegu35JGD7VLXmjgl&#10;&#10;Playlist Minute Countdown Without Sound - https://www.youtube.com/playlist?list=PL2_3gwZjo3QQbGh1NLqSxejTzgshTI-xw" id="73" name="Google Shape;73;p15" title="90 Second Countdown Timer / NO SOUND">
            <a:hlinkClick r:id="rId5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96575" y="3959900"/>
            <a:ext cx="1835725" cy="103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Question 3</a:t>
            </a:r>
            <a:endParaRPr/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5500">
                <a:solidFill>
                  <a:schemeClr val="dk1"/>
                </a:solidFill>
              </a:rPr>
              <a:t>A student runs the code below:</a:t>
            </a:r>
            <a:endParaRPr sz="5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5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ggplot(housing, </a:t>
            </a:r>
            <a:endParaRPr sz="5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5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aes(x = price)</a:t>
            </a:r>
            <a:endParaRPr sz="5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5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 +</a:t>
            </a:r>
            <a:endParaRPr sz="5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5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	geom_histogram(bins = 50) +</a:t>
            </a:r>
            <a:endParaRPr sz="5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5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	facet_wrap(~ type)</a:t>
            </a:r>
            <a:endParaRPr sz="5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5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5500">
                <a:solidFill>
                  <a:schemeClr val="dk1"/>
                </a:solidFill>
              </a:rPr>
              <a:t>What is the main purpose of </a:t>
            </a:r>
            <a:r>
              <a:rPr lang="en" sz="5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facet_wrap(~ type)</a:t>
            </a:r>
            <a:r>
              <a:rPr lang="en" sz="5500">
                <a:solidFill>
                  <a:schemeClr val="dk1"/>
                </a:solidFill>
              </a:rPr>
              <a:t> in this plot?</a:t>
            </a:r>
            <a:endParaRPr sz="5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5500">
                <a:solidFill>
                  <a:schemeClr val="dk1"/>
                </a:solidFill>
              </a:rPr>
              <a:t>A. It colors the bars by dwelling type.</a:t>
            </a:r>
            <a:br>
              <a:rPr lang="en" sz="5500">
                <a:solidFill>
                  <a:schemeClr val="dk1"/>
                </a:solidFill>
              </a:rPr>
            </a:br>
            <a:r>
              <a:rPr lang="en" sz="5500">
                <a:solidFill>
                  <a:schemeClr val="dk1"/>
                </a:solidFill>
              </a:rPr>
              <a:t>B. It changes the x-axis from </a:t>
            </a:r>
            <a:r>
              <a:rPr lang="en" sz="5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price</a:t>
            </a:r>
            <a:r>
              <a:rPr lang="en" sz="5500">
                <a:solidFill>
                  <a:schemeClr val="dk1"/>
                </a:solidFill>
              </a:rPr>
              <a:t> to </a:t>
            </a:r>
            <a:r>
              <a:rPr lang="en" sz="5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type</a:t>
            </a:r>
            <a:r>
              <a:rPr lang="en" sz="5500">
                <a:solidFill>
                  <a:schemeClr val="dk1"/>
                </a:solidFill>
              </a:rPr>
              <a:t>.</a:t>
            </a:r>
            <a:br>
              <a:rPr lang="en" sz="5500">
                <a:solidFill>
                  <a:schemeClr val="dk1"/>
                </a:solidFill>
              </a:rPr>
            </a:br>
            <a:r>
              <a:rPr lang="en" sz="5500">
                <a:solidFill>
                  <a:schemeClr val="dk1"/>
                </a:solidFill>
              </a:rPr>
              <a:t>C. It makes the histogram use percentages instead of counts.</a:t>
            </a:r>
            <a:br>
              <a:rPr lang="en" sz="5500">
                <a:solidFill>
                  <a:schemeClr val="dk1"/>
                </a:solidFill>
              </a:rPr>
            </a:br>
            <a:r>
              <a:rPr lang="en" sz="5500">
                <a:solidFill>
                  <a:schemeClr val="dk1"/>
                </a:solidFill>
              </a:rPr>
              <a:t>D. It creates a separate histogram for each dwelling type.</a:t>
            </a:r>
            <a:endParaRPr sz="5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125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descr="#timer #timercountdown #countdown &#10;Full HD / 1080p / 1920 x 1080 / Silent Countdown Timer for you to use as you wish!!!&#10;If you liked it, leave your like and subscribe, I will be very grateful :D&#10;&#10;&quot;We are in this life just passing through, enjoy it, don't waste time!&quot;&#10;&#10;Playlist Alarm Timer Beeps at End - https://www.youtube.com/playlist?list=PL2_3gwZjo3QRwuo7kG2QVINseiqnk6b5W&#10;&#10;Playlist Second Countdown Without Sound -  https://www.youtube.com/playlist?list=PL2_3gwZjo3QQ3aWPCegu35JGD7VLXmjgl&#10;&#10;Playlist Minute Countdown Without Sound - https://www.youtube.com/playlist?list=PL2_3gwZjo3QQbGh1NLqSxejTzgshTI-xw" id="80" name="Google Shape;80;p16" title="90 Second Countdown Timer / NO SOUND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96575" y="3959900"/>
            <a:ext cx="1835725" cy="1032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#timer #timercountdown #countdown &#10;Full HD / 1080p / 1920 x 1080 / Silent Countdown Timer for you to use as you wish!!!&#10;If you liked it, leave your like and subscribe, I will be very grateful :D&#10;&#10;&quot;We are in this life just passing through, enjoy it, don't waste time!&quot;&#10;&#10;Playlist Alarm Timer Beeps at End - https://www.youtube.com/playlist?list=PL2_3gwZjo3QRwuo7kG2QVINseiqnk6b5W&#10;&#10;Playlist Second Countdown Without Sound -  https://www.youtube.com/playlist?list=PL2_3gwZjo3QQ3aWPCegu35JGD7VLXmjgl&#10;&#10;Playlist Minute Countdown Without Sound - https://www.youtube.com/playlist?list=PL2_3gwZjo3QQbGh1NLqSxejTzgshTI-xw" id="81" name="Google Shape;81;p16" title="90 Second Countdown Timer / NO SOUND">
            <a:hlinkClick r:id="rId5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96575" y="3959900"/>
            <a:ext cx="1835725" cy="103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Question 4</a:t>
            </a:r>
            <a:endParaRPr/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 student wants to create a scatterplot of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price</a:t>
            </a:r>
            <a:r>
              <a:rPr lang="en">
                <a:solidFill>
                  <a:schemeClr val="dk1"/>
                </a:solidFill>
              </a:rPr>
              <a:t> against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distance</a:t>
            </a:r>
            <a:r>
              <a:rPr lang="en">
                <a:solidFill>
                  <a:schemeClr val="dk1"/>
                </a:solidFill>
              </a:rPr>
              <a:t>. They write: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ct val="61111"/>
              <a:buNone/>
            </a:pPr>
            <a:r>
              <a:rPr lang="en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ggplot(housing, </a:t>
            </a:r>
            <a:endParaRPr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SzPct val="61111"/>
              <a:buNone/>
            </a:pPr>
            <a:r>
              <a:rPr lang="en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aes(x = distance, y = price)</a:t>
            </a:r>
            <a:endParaRPr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) +</a:t>
            </a:r>
            <a:endParaRPr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geom_scatter(alpha = 0.05)</a:t>
            </a:r>
            <a:endParaRPr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What is the main problem with this code?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A. Scatterplots cannot use an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alpha</a:t>
            </a:r>
            <a:r>
              <a:rPr lang="en">
                <a:solidFill>
                  <a:schemeClr val="dk1"/>
                </a:solidFill>
              </a:rPr>
              <a:t> argument.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B.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distance</a:t>
            </a:r>
            <a:r>
              <a:rPr lang="en">
                <a:solidFill>
                  <a:schemeClr val="dk1"/>
                </a:solidFill>
              </a:rPr>
              <a:t> and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price</a:t>
            </a:r>
            <a:r>
              <a:rPr lang="en">
                <a:solidFill>
                  <a:schemeClr val="dk1"/>
                </a:solidFill>
              </a:rPr>
              <a:t> should be placed inside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labs()</a:t>
            </a:r>
            <a:r>
              <a:rPr lang="en">
                <a:solidFill>
                  <a:schemeClr val="dk1"/>
                </a:solidFill>
              </a:rPr>
              <a:t> instead of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aes()</a:t>
            </a:r>
            <a:r>
              <a:rPr lang="en">
                <a:solidFill>
                  <a:schemeClr val="dk1"/>
                </a:solidFill>
              </a:rPr>
              <a:t>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C.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geom_scatter()</a:t>
            </a:r>
            <a:r>
              <a:rPr lang="en">
                <a:solidFill>
                  <a:schemeClr val="dk1"/>
                </a:solidFill>
              </a:rPr>
              <a:t> is not a valid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ggplot2</a:t>
            </a:r>
            <a:r>
              <a:rPr lang="en">
                <a:solidFill>
                  <a:schemeClr val="dk1"/>
                </a:solidFill>
              </a:rPr>
              <a:t> function for drawing points.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D. A scatterplot with many observations should use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geom_bar()</a:t>
            </a:r>
            <a:r>
              <a:rPr lang="en">
                <a:solidFill>
                  <a:schemeClr val="dk1"/>
                </a:solidFill>
              </a:rPr>
              <a:t> instead.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125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descr="#timer #timercountdown #countdown &#10;Full HD / 1080p / 1920 x 1080 / Silent Countdown Timer for you to use as you wish!!!&#10;If you liked it, leave your like and subscribe, I will be very grateful :D&#10;&#10;&quot;We are in this life just passing through, enjoy it, don't waste time!&quot;&#10;&#10;Playlist Alarm Timer Beeps at End - https://www.youtube.com/playlist?list=PL2_3gwZjo3QRwuo7kG2QVINseiqnk6b5W&#10;&#10;Playlist Second Countdown Without Sound -  https://www.youtube.com/playlist?list=PL2_3gwZjo3QQ3aWPCegu35JGD7VLXmjgl&#10;&#10;Playlist Minute Countdown Without Sound - https://www.youtube.com/playlist?list=PL2_3gwZjo3QQbGh1NLqSxejTzgshTI-xw" id="88" name="Google Shape;88;p17" title="90 Second Countdown Timer / NO SOUND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96575" y="3959900"/>
            <a:ext cx="1835725" cy="1032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#timer #timercountdown #countdown &#10;Full HD / 1080p / 1920 x 1080 / Silent Countdown Timer for you to use as you wish!!!&#10;If you liked it, leave your like and subscribe, I will be very grateful :D&#10;&#10;&quot;We are in this life just passing through, enjoy it, don't waste time!&quot;&#10;&#10;Playlist Alarm Timer Beeps at End - https://www.youtube.com/playlist?list=PL2_3gwZjo3QRwuo7kG2QVINseiqnk6b5W&#10;&#10;Playlist Second Countdown Without Sound -  https://www.youtube.com/playlist?list=PL2_3gwZjo3QQ3aWPCegu35JGD7VLXmjgl&#10;&#10;Playlist Minute Countdown Without Sound - https://www.youtube.com/playlist?list=PL2_3gwZjo3QQbGh1NLqSxejTzgshTI-xw" id="89" name="Google Shape;89;p17" title="90 Second Countdown Timer / NO SOUND">
            <a:hlinkClick r:id="rId5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96575" y="3959900"/>
            <a:ext cx="1835725" cy="103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Question 5</a:t>
            </a:r>
            <a:endParaRPr/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5600">
                <a:solidFill>
                  <a:schemeClr val="dk1"/>
                </a:solidFill>
              </a:rPr>
              <a:t>Consider the code below:</a:t>
            </a:r>
            <a:endParaRPr sz="5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56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ggplot(housing, aes(x = price)) +</a:t>
            </a:r>
            <a:endParaRPr sz="5600">
              <a:solidFill>
                <a:schemeClr val="dk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56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geom_histogram(bins = 50) +</a:t>
            </a:r>
            <a:endParaRPr sz="5600">
              <a:solidFill>
                <a:schemeClr val="dk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56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labs(</a:t>
            </a:r>
            <a:endParaRPr sz="5600">
              <a:solidFill>
                <a:schemeClr val="dk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56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  		x = "Price",</a:t>
            </a:r>
            <a:endParaRPr sz="5600">
              <a:solidFill>
                <a:schemeClr val="dk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56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  		y = "Count",</a:t>
            </a:r>
            <a:endParaRPr sz="5600">
              <a:solidFill>
                <a:schemeClr val="dk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56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  		title = "Distribution of Property Prices"</a:t>
            </a:r>
            <a:endParaRPr sz="5600">
              <a:solidFill>
                <a:schemeClr val="dk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56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	) +</a:t>
            </a:r>
            <a:endParaRPr sz="5600">
              <a:solidFill>
                <a:schemeClr val="dk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56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	facet_wrap(~ type)</a:t>
            </a:r>
            <a:endParaRPr sz="5600">
              <a:solidFill>
                <a:schemeClr val="dk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5600">
                <a:solidFill>
                  <a:schemeClr val="dk1"/>
                </a:solidFill>
              </a:rPr>
              <a:t>Which of the following statements are correct? </a:t>
            </a:r>
            <a:r>
              <a:rPr b="1" lang="en" sz="5600">
                <a:solidFill>
                  <a:schemeClr val="dk1"/>
                </a:solidFill>
              </a:rPr>
              <a:t>Select all that apply.</a:t>
            </a:r>
            <a:endParaRPr b="1" sz="5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5600">
                <a:solidFill>
                  <a:schemeClr val="dk1"/>
                </a:solidFill>
              </a:rPr>
              <a:t>A. </a:t>
            </a:r>
            <a:r>
              <a:rPr lang="en" sz="5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ggplot(housing, aes(x = price))</a:t>
            </a:r>
            <a:r>
              <a:rPr lang="en" sz="5600">
                <a:solidFill>
                  <a:schemeClr val="dk1"/>
                </a:solidFill>
              </a:rPr>
              <a:t> sets the dataset and maps </a:t>
            </a:r>
            <a:r>
              <a:rPr lang="en" sz="5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price</a:t>
            </a:r>
            <a:r>
              <a:rPr lang="en" sz="5600">
                <a:solidFill>
                  <a:schemeClr val="dk1"/>
                </a:solidFill>
              </a:rPr>
              <a:t> to the x-axis.</a:t>
            </a:r>
            <a:br>
              <a:rPr lang="en" sz="5600">
                <a:solidFill>
                  <a:schemeClr val="dk1"/>
                </a:solidFill>
              </a:rPr>
            </a:br>
            <a:r>
              <a:rPr lang="en" sz="5600">
                <a:solidFill>
                  <a:schemeClr val="dk1"/>
                </a:solidFill>
              </a:rPr>
              <a:t> B. </a:t>
            </a:r>
            <a:r>
              <a:rPr lang="en" sz="5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geom_histogram(bins = 50)</a:t>
            </a:r>
            <a:r>
              <a:rPr lang="en" sz="5600">
                <a:solidFill>
                  <a:schemeClr val="dk1"/>
                </a:solidFill>
              </a:rPr>
              <a:t> draws a histogram of the variable on the x-axis.</a:t>
            </a:r>
            <a:br>
              <a:rPr lang="en" sz="5600">
                <a:solidFill>
                  <a:schemeClr val="dk1"/>
                </a:solidFill>
              </a:rPr>
            </a:br>
            <a:r>
              <a:rPr lang="en" sz="5600">
                <a:solidFill>
                  <a:schemeClr val="dk1"/>
                </a:solidFill>
              </a:rPr>
              <a:t> C. </a:t>
            </a:r>
            <a:r>
              <a:rPr lang="en" sz="5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labs(...)</a:t>
            </a:r>
            <a:r>
              <a:rPr lang="en" sz="5600">
                <a:solidFill>
                  <a:schemeClr val="dk1"/>
                </a:solidFill>
              </a:rPr>
              <a:t> changes the labels shown on the plot.</a:t>
            </a:r>
            <a:br>
              <a:rPr lang="en" sz="5600">
                <a:solidFill>
                  <a:schemeClr val="dk1"/>
                </a:solidFill>
              </a:rPr>
            </a:br>
            <a:r>
              <a:rPr lang="en" sz="5600">
                <a:solidFill>
                  <a:schemeClr val="dk1"/>
                </a:solidFill>
              </a:rPr>
              <a:t> D. </a:t>
            </a:r>
            <a:r>
              <a:rPr lang="en" sz="5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facet_wrap(~ type)</a:t>
            </a:r>
            <a:r>
              <a:rPr lang="en" sz="5600">
                <a:solidFill>
                  <a:schemeClr val="dk1"/>
                </a:solidFill>
              </a:rPr>
              <a:t> creates separate panels for different dwelling types.</a:t>
            </a:r>
            <a:br>
              <a:rPr lang="en" sz="5600">
                <a:solidFill>
                  <a:schemeClr val="dk1"/>
                </a:solidFill>
              </a:rPr>
            </a:br>
            <a:r>
              <a:rPr lang="en" sz="5600">
                <a:solidFill>
                  <a:schemeClr val="dk1"/>
                </a:solidFill>
              </a:rPr>
              <a:t> E. </a:t>
            </a:r>
            <a:r>
              <a:rPr lang="en" sz="5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facet_wrap(~ type)</a:t>
            </a:r>
            <a:r>
              <a:rPr lang="en" sz="5600">
                <a:solidFill>
                  <a:schemeClr val="dk1"/>
                </a:solidFill>
              </a:rPr>
              <a:t> changes the histogram from counts to percentages.</a:t>
            </a:r>
            <a:endParaRPr sz="5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125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descr="#timer #timercountdown #countdown &#10;Full HD / 1080p / 1920 x 1080 / Silent Countdown Timer for you to use as you wish!!!&#10;If you liked it, leave your like and subscribe, I will be very grateful :D&#10;&#10;&quot;We are in this life just passing through, enjoy it, don't waste time!&quot;&#10;&#10;Playlist Alarm Timer Beeps at End - https://www.youtube.com/playlist?list=PL2_3gwZjo3QRwuo7kG2QVINseiqnk6b5W&#10;&#10;Playlist Second Countdown Without Sound -  https://www.youtube.com/playlist?list=PL2_3gwZjo3QQ3aWPCegu35JGD7VLXmjgl&#10;&#10;Playlist Minute Countdown Without Sound - https://www.youtube.com/playlist?list=PL2_3gwZjo3QQbGh1NLqSxejTzgshTI-xw" id="96" name="Google Shape;96;p18" title="90 Second Countdown Timer / NO SOUND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96325" y="4059775"/>
            <a:ext cx="1835725" cy="103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